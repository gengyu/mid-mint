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AI Delivery Playbook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Faster iteration reduces risk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source content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workflow observable and simple.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/ Execution model / Practical advice
Speaker cue: Close with conviction and a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F766E">
              <a:alpha val="8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and practical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Delivery Playbook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Delivery Playbook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889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5204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347472"/>
          </a:xfrm>
          <a:prstGeom prst="roundRect">
            <a:avLst>
              <a:gd name="adj" fmla="val 21053"/>
            </a:avLst>
          </a:prstGeom>
          <a:solidFill>
            <a:srgbClr val="2FB6C4"/>
          </a:solidFill>
          <a:ln w="12700">
            <a:solidFill>
              <a:srgbClr val="2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4251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advice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2918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5240">
            <a:solidFill>
              <a:srgbClr val="D9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arc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-&gt; Key ideas -&gt; 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iteration reduces risk Clear artifacts help teams align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"Why this matters"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f4eb52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source content Build a deck plan Render presentation output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"Execution model"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f4eb52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advice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977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workflow observable and simple.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"Practical advice" matters and make the audience remember the core message.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pic>
        <p:nvPicPr>
          <p:cNvPr id="8" name="Image 0" descr="/Users/gengyu/github/mid-mint/data/projects/smoke-sample-deck-txt-20260422-f4eb52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1783080"/>
            <a:ext cx="44805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9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model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advice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0116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emphasis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iteration reduces risk Clear artifacts help teams align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Delivery Playbook</dc:title>
  <dc:subject>AI Delivery Playbook</dc:subject>
  <dc:creator>mid-mint</dc:creator>
  <cp:lastModifiedBy>mid-mint</cp:lastModifiedBy>
  <cp:revision>1</cp:revision>
  <dcterms:created xsi:type="dcterms:W3CDTF">2026-04-22T05:28:51Z</dcterms:created>
  <dcterms:modified xsi:type="dcterms:W3CDTF">2026-04-22T05:28:51Z</dcterms:modified>
</cp:coreProperties>
</file>