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RAG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is not just a prompt trick. It is a system problem involving ingestion, indexing, retrieval, ranking,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failure is not the model itself, but poor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/ Core Pipeline / Practical 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RAG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RAG is not just a prompt trick. It is a system problem involving ingestion, indexing, retrieval, ranking, and evaluation.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Agenda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Rules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Why It Matters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RAG is not just a prompt trick. It is a system problem involving ingestion, indexing, retrieval, ranking, and evaluation.</a:t>
            </a:r>
            <a:endParaRPr lang="en-US" sz="1500" dirty="0"/>
          </a:p>
        </p:txBody>
      </p:sp>
      <p:pic>
        <p:nvPicPr>
          <p:cNvPr id="4" name="Image 0" descr="/Users/gengyu/github/mid-mint/data/projects/smoke-sample-deck-markdown-20260422-fe748b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Core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Ingest documents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Chunk and clean text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6616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Build embeddings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Retrieve top candidates</a:t>
            </a:r>
            <a:endParaRPr lang="en-US" sz="1500" dirty="0"/>
          </a:p>
        </p:txBody>
      </p:sp>
      <p:pic>
        <p:nvPicPr>
          <p:cNvPr id="5" name="Image 0" descr="/Users/gengyu/github/mid-mint/data/projects/smoke-sample-deck-markdown-20260422-fe748b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188720"/>
            <a:ext cx="38404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Rules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Engineering</dc:title>
  <dc:subject>RAG Engineering</dc:subject>
  <dc:creator>mid-mint</dc:creator>
  <cp:lastModifiedBy>mid-mint</cp:lastModifiedBy>
  <cp:revision>1</cp:revision>
  <dcterms:created xsi:type="dcterms:W3CDTF">2026-04-22T04:22:35Z</dcterms:created>
  <dcterms:modified xsi:type="dcterms:W3CDTF">2026-04-22T04:22:35Z</dcterms:modified>
</cp:coreProperties>
</file>