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 Delivery Playbook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iteration reduces risk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source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/ Execution model / Practical advice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AI Delivery Playbook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Faster iteration reduces risk Clear artifacts help teams align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this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Execution 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advice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this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Faster iteration reduces risk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Clear artifacts help teams align</a:t>
            </a:r>
            <a:endParaRPr lang="en-US" sz="1500" dirty="0"/>
          </a:p>
        </p:txBody>
      </p:sp>
      <p:pic>
        <p:nvPicPr>
          <p:cNvPr id="4" name="Image 0" descr="/Users/gengyu/github/mid-mint/data/projects/smoke-sample-deck-txt-20260422-8f31d5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Execution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Parse source content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a deck plan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Render presentation output</a:t>
            </a:r>
            <a:endParaRPr lang="en-US" sz="1500" dirty="0"/>
          </a:p>
        </p:txBody>
      </p:sp>
      <p:pic>
        <p:nvPicPr>
          <p:cNvPr id="4" name="Image 0" descr="/Users/gengyu/github/mid-mint/data/projects/smoke-sample-deck-txt-20260422-8f31d5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this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Execution 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advice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Delivery Playbook</dc:title>
  <dc:subject>AI Delivery Playbook</dc:subject>
  <dc:creator>mid-mint</dc:creator>
  <cp:lastModifiedBy>mid-mint</cp:lastModifiedBy>
  <cp:revision>1</cp:revision>
  <dcterms:created xsi:type="dcterms:W3CDTF">2026-04-22T04:22:35Z</dcterms:created>
  <dcterms:modified xsi:type="dcterms:W3CDTF">2026-04-22T04:22:35Z</dcterms:modified>
</cp:coreProperties>
</file>