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RAG Engineering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is not just a prompt trick. It is a system problem involving ingestion, indexing, retrieval, ranking, and evaluation.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failure is not the model itself, but poor context selection.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usually improve faster when they treat RAG as a product pipeline rather than a single model call.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 / Core Pipeline / Practical Rules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0F766E">
              <a:alpha val="8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 and practical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Engineering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is not just a prompt trick. It is a system problem involving ingestion, indexing, retrieval, ranking, and evaluation.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257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is not just a prompt trick. It is a system problem involving ingestion, indexing, retrieval, ranking, and evaluation.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78892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27249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5204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34564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Pipeline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42519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41879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Rules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arc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2240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-&gt; Key ideas -&gt; Action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is not just a prompt trick. It is a system problem involving ingestion, indexing, retrieval, ranking, and evaluation.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"Why It Matters" matters and make the audience remember the core message.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8" name="Image 0" descr="/Users/gengyu/github/mid-mint/data/projects/smoke-sample-deck-markdown-20260422-8912f2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1783080"/>
            <a:ext cx="44805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"Core Pipeline" matters and make the audience remember the core message.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148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documents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3154680"/>
            <a:ext cx="201168" cy="29260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81528" y="2286000"/>
            <a:ext cx="2148840" cy="2103120"/>
          </a:xfrm>
          <a:prstGeom prst="roundRect">
            <a:avLst>
              <a:gd name="adj" fmla="val 5217"/>
            </a:avLst>
          </a:prstGeom>
          <a:solidFill>
            <a:srgbClr val="E8EEF5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288036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and clean text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84648" y="3154680"/>
            <a:ext cx="201168" cy="29260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31536" y="2286000"/>
            <a:ext cx="2148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14416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14416" y="288036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embeddings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34656" y="3154680"/>
            <a:ext cx="201168" cy="29260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81544" y="2286000"/>
            <a:ext cx="2148840" cy="2103120"/>
          </a:xfrm>
          <a:prstGeom prst="roundRect">
            <a:avLst>
              <a:gd name="adj" fmla="val 5217"/>
            </a:avLst>
          </a:prstGeom>
          <a:solidFill>
            <a:srgbClr val="E8EEF5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64424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64424" y="288036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top candidates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chunking strategy explicit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retrieval before tuning prompts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0" y="16459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E8EEF5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192024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offline evaluation and online behavior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for observability from the start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66560" y="1737360"/>
            <a:ext cx="42976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9" name="Image 0" descr="/Users/gengyu/github/mid-mint/data/projects/smoke-sample-deck-markdown-20260422-8912f2/assets/slide-0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95160" y="1965960"/>
            <a:ext cx="37947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492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5760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Pipeline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2011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emphasis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242316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is not just a prompt trick. It is a system problem involving ingestion, indexing, retrieval, ranking, and evaluation.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Engineering</dc:title>
  <dc:subject>RAG Engineering</dc:subject>
  <dc:creator>mid-mint</dc:creator>
  <cp:lastModifiedBy>mid-mint</cp:lastModifiedBy>
  <cp:revision>1</cp:revision>
  <dcterms:created xsi:type="dcterms:W3CDTF">2026-04-22T05:28:51Z</dcterms:created>
  <dcterms:modified xsi:type="dcterms:W3CDTF">2026-04-22T05:28:51Z</dcterms:modified>
</cp:coreProperties>
</file>