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AI Delivery Playbook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Faster iteration reduces risk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Parse source content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workflow observable and simple.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 / Execution model / Practical advice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0F766E">
              <a:alpha val="8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 and practical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Delivery Playbook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iteration reduces risk Clear artifacts help teams align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257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Delivery Playbook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iteration reduces risk Clear artifacts help teams align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78892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27249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5204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34564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model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42519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41879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advice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arc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2240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-&gt; Key ideas -&gt; Action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iteration reduces risk Clear artifacts help teams align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"Why this matters" matters and make the audience remember the core message.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8" name="Image 0" descr="/Users/gengyu/github/mid-mint/data/projects/smoke-sample-deck-txt-20260422-a06966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1783080"/>
            <a:ext cx="44805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source content Build a deck plan Render presentation output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"Execution model" matters and make the audience remember the core message.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8" name="Image 0" descr="/Users/gengyu/github/mid-mint/data/projects/smoke-sample-deck-txt-20260422-a06966/assets/slide-0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1783080"/>
            <a:ext cx="44805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advice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workflow observable and simple.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"Practical advice" matters and make the audience remember the core message.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8" name="Image 0" descr="/Users/gengyu/github/mid-mint/data/projects/smoke-sample-deck-txt-20260422-a06966/assets/slide-0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1783080"/>
            <a:ext cx="44805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492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5760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model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advice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2011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emphasis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242316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Faster iteration reduces risk Clear artifacts help teams align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Delivery Playbook</dc:title>
  <dc:subject>AI Delivery Playbook</dc:subject>
  <dc:creator>mid-mint</dc:creator>
  <cp:lastModifiedBy>mid-mint</cp:lastModifiedBy>
  <cp:revision>1</cp:revision>
  <dcterms:created xsi:type="dcterms:W3CDTF">2026-04-22T05:18:45Z</dcterms:created>
  <dcterms:modified xsi:type="dcterms:W3CDTF">2026-04-22T05:18:45Z</dcterms:modified>
</cp:coreProperties>
</file>