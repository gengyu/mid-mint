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AI Delivery Playbook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iteration reduces risk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source content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workflow observable and simple.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/ Execution model / Practical advice
Speaker cue: Tighten the story and reduce repetition.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F766E">
              <a:alpha val="8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and practical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Delivery Playbook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Delivery Playbook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advice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-&gt; Key ideas -&gt; 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"Why this matters"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81b53a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source content Build a deck plan Render presentation output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"Execution model"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81b53a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advice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workflow observable and simple.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"Practical advice"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81b53a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advice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emphasis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iteration reduces risk Clear artifacts help teams align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Delivery Playbook</dc:title>
  <dc:subject>AI Delivery Playbook</dc:subject>
  <dc:creator>mid-mint</dc:creator>
  <cp:lastModifiedBy>mid-mint</cp:lastModifiedBy>
  <cp:revision>1</cp:revision>
  <dcterms:created xsi:type="dcterms:W3CDTF">2026-04-22T05:19:26Z</dcterms:created>
  <dcterms:modified xsi:type="dcterms:W3CDTF">2026-04-22T05:19:26Z</dcterms:modified>
</cp:coreProperties>
</file>