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AI技术趋势报告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AI技术趋势报告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GPT系列持续领先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智能客服广泛部署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AI技术趋势报告 / 大语言模型 / AI应用落地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AI技术趋势报告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GPT系列持续领先 开源模型快速追赶 多模态能力成为标配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AI技术趋势报告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AI技术趋势报告</a:t>
            </a:r>
            <a:endParaRPr lang="en-US" sz="1500" dirty="0"/>
          </a:p>
        </p:txBody>
      </p:sp>
      <p:pic>
        <p:nvPicPr>
          <p:cNvPr id="4" name="Image 0" descr="/sessions/69e74841bf2b359af6ad9419/workspace/data/projects/ai-20260421-84ecc8/assets/slide-00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0" y="1188720"/>
            <a:ext cx="4754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大语言模型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GPT系列持续领先</a:t>
            </a:r>
            <a:endParaRPr lang="en-US" sz="1500" dirty="0"/>
          </a:p>
        </p:txBody>
      </p:sp>
      <p:pic>
        <p:nvPicPr>
          <p:cNvPr id="4" name="Image 0" descr="/sessions/69e74841bf2b359af6ad9419/workspace/data/projects/ai-20260421-84ecc8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0" y="1188720"/>
            <a:ext cx="4754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AI应用落地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智能客服广泛部署</a:t>
            </a:r>
            <a:endParaRPr lang="en-US" sz="1500" dirty="0"/>
          </a:p>
        </p:txBody>
      </p:sp>
      <p:pic>
        <p:nvPicPr>
          <p:cNvPr id="4" name="Image 0" descr="/sessions/69e74841bf2b359af6ad9419/workspace/data/projects/ai-20260421-84ecc8/assets/slide-0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0" y="1188720"/>
            <a:ext cx="4754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AI技术趋势报告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大语言模型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AI应用落地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未来展望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AI技术趋势报告</dc:title>
  <dc:subject>AI技术趋势报告</dc:subject>
  <dc:creator>mid-mint</dc:creator>
  <cp:lastModifiedBy>mid-mint</cp:lastModifiedBy>
  <cp:revision>1</cp:revision>
  <dcterms:created xsi:type="dcterms:W3CDTF">2026-04-21T10:20:21Z</dcterms:created>
  <dcterms:modified xsi:type="dcterms:W3CDTF">2026-04-21T10:20:21Z</dcterms:modified>
</cp:coreProperties>
</file>