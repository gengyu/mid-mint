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RAG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pic>
        <p:nvPicPr>
          <p:cNvPr id="4" name="Image 0" descr="/Users/gengyu/github/mid-mint/data/projects/smoke-sample-deck-20260422-9998b7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Ingest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Chunk and clean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Retrieve top candidates</a:t>
            </a:r>
            <a:endParaRPr lang="en-US" sz="1500" dirty="0"/>
          </a:p>
        </p:txBody>
      </p:sp>
      <p:pic>
        <p:nvPicPr>
          <p:cNvPr id="5" name="Image 0" descr="/Users/gengyu/github/mid-mint/data/projects/smoke-sample-deck-20260422-9998b7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Practical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Keep chunking strategy explicit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 retrieval before tuning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Separate offline evaluation and online behavior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Design for observability from the start</a:t>
            </a:r>
            <a:endParaRPr lang="en-US" sz="1500" dirty="0"/>
          </a:p>
        </p:txBody>
      </p:sp>
      <p:pic>
        <p:nvPicPr>
          <p:cNvPr id="5" name="Image 0" descr="/Users/gengyu/github/mid-mint/data/projects/smoke-sample-deck-20260422-9998b7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2026-04-22T04:11:19Z</dcterms:created>
  <dcterms:modified xsi:type="dcterms:W3CDTF">2026-04-22T04:11:19Z</dcterms:modified>
</cp:coreProperties>
</file>