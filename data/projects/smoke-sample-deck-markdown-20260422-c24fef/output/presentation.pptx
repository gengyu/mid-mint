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RAG Engineering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not just a prompt trick. It is a system problem involving ingestion, indexing, retrieval, ranking, and evaluation.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failure is not the model itself, but poor context selection.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usually improve faster when they treat RAG as a product pipeline rather than a single model call.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/ Core Pipeline / Practical Rules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F766E">
              <a:alpha val="8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and practical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Engineering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889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724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520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4564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Pipeline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2519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arc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-&gt; Key ideas -&gt; Action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"Why It Matters"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markdown-20260422-c24fef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"Core Pipeline" matters and make the audience remember the core message.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documents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3154680"/>
            <a:ext cx="20116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81528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E8EEF5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and clean text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84648" y="3154680"/>
            <a:ext cx="20116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31536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16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14416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embeddings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34656" y="3154680"/>
            <a:ext cx="20116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81544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E8EEF5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4424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64424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top candidates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chunking strategy explicit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retrieval before tuning prompts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16459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E8EEF5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92024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offline evaluation and online behavior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for observability from the start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1737360"/>
            <a:ext cx="42976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9" name="Image 0" descr="/Users/gengyu/github/mid-mint/data/projects/smoke-sample-deck-markdown-20260422-c24fef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5160" y="1965960"/>
            <a:ext cx="37947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92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760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emphasis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242316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is not just a prompt trick. It is a system problem involving ingestion, indexing, retrieval, ranking, and evaluation.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2026-04-22T05:18:45Z</dcterms:created>
  <dcterms:modified xsi:type="dcterms:W3CDTF">2026-04-22T05:18:45Z</dcterms:modified>
</cp:coreProperties>
</file>