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AI 周报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周报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模型接入完成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周报 / 本周进展 / 下周计划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AI 周报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模型接入完成 生成服务可用 优化提示词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AI 周报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AI 周报</a:t>
            </a:r>
            <a:endParaRPr lang="en-US" sz="1500" dirty="0"/>
          </a:p>
        </p:txBody>
      </p:sp>
      <p:pic>
        <p:nvPicPr>
          <p:cNvPr id="4" name="Image 0" descr="/Users/gengyu/github/mid-mint/data/projects/project-20260421-b5cb8f/assets/slide-00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0" y="1188720"/>
            <a:ext cx="4754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本周进展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5720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模型接入完成</a:t>
            </a:r>
            <a:endParaRPr lang="en-US" sz="1500" dirty="0"/>
          </a:p>
        </p:txBody>
      </p:sp>
      <p:pic>
        <p:nvPicPr>
          <p:cNvPr id="4" name="Image 0" descr="/Users/gengyu/github/mid-mint/data/projects/project-20260421-b5cb8f/assets/slide-003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0" y="1188720"/>
            <a:ext cx="4754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AI 周报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本周进展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下周计划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周报</dc:title>
  <dc:subject>AI 周报</dc:subject>
  <dc:creator>mid-mint</dc:creator>
  <cp:lastModifiedBy>mid-mint</cp:lastModifiedBy>
  <cp:revision>1</cp:revision>
  <dcterms:created xsi:type="dcterms:W3CDTF">2026-04-21T11:21:52Z</dcterms:created>
  <dcterms:modified xsi:type="dcterms:W3CDTF">2026-04-21T11:21:52Z</dcterms:modified>
</cp:coreProperties>
</file>