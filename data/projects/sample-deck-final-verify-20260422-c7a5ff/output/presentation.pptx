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RAG Engineering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is not just a prompt trick. It is a system problem involving ingestion, indexing, retrieval, ranking, and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failure is not the model itself, but poor context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usually improve faster when they treat RAG as a product pipeline rather than a single model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 / Core Pipeline / Practical Rules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RAG Engineering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RAG is not just a prompt trick. It is a system problem involving ingestion, indexing, retrieval, ranking, and evaluation.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Agenda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Why It Matters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Core Pipeline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Practical Rules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Why It Matters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572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RAG is not just a prompt trick. It is a system problem involving ingestion, indexing, retrieval, ranking, and evaluation.</a:t>
            </a:r>
            <a:endParaRPr lang="en-US" sz="1500" dirty="0"/>
          </a:p>
        </p:txBody>
      </p:sp>
      <p:pic>
        <p:nvPicPr>
          <p:cNvPr id="4" name="Image 0" descr="/Users/gengyu/github/mid-mint/data/projects/sample-deck-final-verify-20260422-c7a5ff/assets/slide-00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0" y="1188720"/>
            <a:ext cx="4754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Core Pipeline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Ingest documents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Chunk and clean text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56616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Build embeddings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Retrieve top candidates</a:t>
            </a:r>
            <a:endParaRPr lang="en-US" sz="1500" dirty="0"/>
          </a:p>
        </p:txBody>
      </p:sp>
      <p:pic>
        <p:nvPicPr>
          <p:cNvPr id="5" name="Image 0" descr="/Users/gengyu/github/mid-mint/data/projects/sample-deck-final-verify-20260422-c7a5ff/assets/slide-0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1188720"/>
            <a:ext cx="384048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Practical Rules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Keep chunking strategy explicit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Measure retrieval before tuning prompts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56616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Separate offline evaluation and online behavior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Design for observability from the start</a:t>
            </a:r>
            <a:endParaRPr lang="en-US" sz="1500" dirty="0"/>
          </a:p>
        </p:txBody>
      </p:sp>
      <p:pic>
        <p:nvPicPr>
          <p:cNvPr id="5" name="Image 0" descr="/Users/gengyu/github/mid-mint/data/projects/sample-deck-final-verify-20260422-c7a5ff/assets/slide-00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1188720"/>
            <a:ext cx="384048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Why It Matters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Core Pipeline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Practical Rules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Engineering</dc:title>
  <dc:subject>RAG Engineering</dc:subject>
  <dc:creator>mid-mint</dc:creator>
  <cp:lastModifiedBy>mid-mint</cp:lastModifiedBy>
  <cp:revision>1</cp:revision>
  <dcterms:created xsi:type="dcterms:W3CDTF">2026-04-22T03:18:27Z</dcterms:created>
  <dcterms:modified xsi:type="dcterms:W3CDTF">2026-04-22T03:18:27Z</dcterms:modified>
</cp:coreProperties>
</file>